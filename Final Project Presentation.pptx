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Advanced Mathematics MCQs Quiz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>
                <a:solidFill>
                  <a:schemeClr val="tx1"/>
                </a:solidFill>
              </a:rPr>
              <a:t>Final Project Presentation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/>
              <a:t>Hasan Khan 25K-0722</a:t>
            </a:r>
          </a:p>
          <a:p>
            <a:r>
              <a:rPr lang="en-US" dirty="0"/>
              <a:t>Abdur Rehman 25K-0790</a:t>
            </a:r>
          </a:p>
          <a:p>
            <a:r>
              <a:rPr lang="en-US" dirty="0"/>
              <a:t>Safee Imran 25K-0980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Web-based quiz application </a:t>
            </a:r>
            <a:r>
              <a:rPr lang="en-US" dirty="0"/>
              <a:t>for </a:t>
            </a:r>
            <a:r>
              <a:rPr dirty="0"/>
              <a:t>Mathematics preparation.</a:t>
            </a:r>
          </a:p>
          <a:p>
            <a:pPr marL="0" indent="0">
              <a:buNone/>
            </a:pPr>
            <a:r>
              <a:rPr dirty="0"/>
              <a:t>• Provides interactive learning with instant feedback and explanations.</a:t>
            </a:r>
          </a:p>
          <a:p>
            <a:pPr marL="0" indent="0">
              <a:buNone/>
            </a:pPr>
            <a:r>
              <a:rPr dirty="0"/>
              <a:t>• Includes </a:t>
            </a:r>
            <a:r>
              <a:rPr lang="en-US" dirty="0"/>
              <a:t>60</a:t>
            </a:r>
            <a:r>
              <a:rPr dirty="0"/>
              <a:t> MCQs with LaTeX support using KaTeX.</a:t>
            </a:r>
          </a:p>
          <a:p>
            <a:pPr marL="0" indent="0">
              <a:buNone/>
            </a:pPr>
            <a:r>
              <a:rPr dirty="0"/>
              <a:t>• Simulates exam environment with timers and randomization.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Build an interactive quiz platform.</a:t>
            </a:r>
          </a:p>
          <a:p>
            <a:pPr marL="0" indent="0">
              <a:buNone/>
            </a:pPr>
            <a:r>
              <a:rPr dirty="0"/>
              <a:t>• Support LaTeX rendering for mathematical expressions.</a:t>
            </a:r>
          </a:p>
          <a:p>
            <a:pPr marL="0" indent="0">
              <a:buNone/>
            </a:pPr>
            <a:r>
              <a:rPr dirty="0"/>
              <a:t>• Include timers and instant feedback.</a:t>
            </a:r>
          </a:p>
          <a:p>
            <a:pPr marL="0" indent="0">
              <a:buNone/>
            </a:pPr>
            <a:r>
              <a:rPr dirty="0"/>
              <a:t>• Ensure responsive UI with Tailwind CSS.</a:t>
            </a:r>
          </a:p>
          <a:p>
            <a:pPr marL="0" indent="0">
              <a:buNone/>
            </a:pPr>
            <a:r>
              <a:rPr dirty="0"/>
              <a:t>• Provide randomization for varied practice sessions.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Three main screens: Start, Quiz, Result.</a:t>
            </a:r>
          </a:p>
          <a:p>
            <a:pPr marL="0" indent="0">
              <a:buNone/>
            </a:pPr>
            <a:r>
              <a:rPr dirty="0"/>
              <a:t>• Input: user clicks, timer expiration.</a:t>
            </a:r>
          </a:p>
          <a:p>
            <a:pPr marL="0" indent="0">
              <a:buNone/>
            </a:pPr>
            <a:r>
              <a:rPr dirty="0"/>
              <a:t>• Output: visual feedback, explanations, LaTeX rendering.</a:t>
            </a:r>
          </a:p>
          <a:p>
            <a:pPr marL="0" indent="0">
              <a:buNone/>
            </a:pPr>
            <a:r>
              <a:rPr dirty="0"/>
              <a:t>• Client-side architecture using JavaScript modules.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Technologies: HTML, CSS, JavaScript (ES6).</a:t>
            </a:r>
          </a:p>
          <a:p>
            <a:pPr marL="0" indent="0">
              <a:buNone/>
            </a:pPr>
            <a:r>
              <a:rPr dirty="0"/>
              <a:t>• Libraries: Tailwind CSS, KaTeX, Google Fonts.</a:t>
            </a:r>
          </a:p>
          <a:p>
            <a:pPr marL="0" indent="0">
              <a:buNone/>
            </a:pPr>
            <a:r>
              <a:rPr dirty="0"/>
              <a:t>• Features: timers, randomization, responsive design.</a:t>
            </a:r>
          </a:p>
          <a:p>
            <a:pPr marL="0" indent="0">
              <a:buNone/>
            </a:pPr>
            <a:r>
              <a:rPr dirty="0"/>
              <a:t>• External mcqs.js for question storage.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5. Conclusion, Limitations &amp;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Conclusion:</a:t>
            </a:r>
          </a:p>
          <a:p>
            <a:pPr marL="0" indent="0">
              <a:buNone/>
            </a:pPr>
            <a:r>
              <a:rPr dirty="0"/>
              <a:t>• Achieved an effective interactive learning tool.</a:t>
            </a:r>
          </a:p>
          <a:p>
            <a:endParaRPr dirty="0"/>
          </a:p>
          <a:p>
            <a:r>
              <a:rPr dirty="0"/>
              <a:t>Limitations:</a:t>
            </a:r>
          </a:p>
          <a:p>
            <a:pPr marL="0" indent="0">
              <a:buNone/>
            </a:pPr>
            <a:r>
              <a:rPr dirty="0"/>
              <a:t>• No backend or user accounts.</a:t>
            </a:r>
          </a:p>
          <a:p>
            <a:pPr marL="0" indent="0">
              <a:buNone/>
            </a:pPr>
            <a:r>
              <a:rPr dirty="0"/>
              <a:t>• Load time may increase with large question sets.</a:t>
            </a:r>
          </a:p>
          <a:p>
            <a:endParaRPr dirty="0"/>
          </a:p>
          <a:p>
            <a:r>
              <a:rPr dirty="0"/>
              <a:t>References:</a:t>
            </a:r>
          </a:p>
          <a:p>
            <a:pPr marL="0" indent="0">
              <a:buNone/>
            </a:pPr>
            <a:r>
              <a:rPr dirty="0"/>
              <a:t>• MDN Docs, Tailwind CSS, KaTeX Docs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231</Words>
  <Application>Microsoft Office PowerPoint</Application>
  <PresentationFormat>On-screen Show (4:3)</PresentationFormat>
  <Paragraphs>36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Advanced Mathematics MCQs Quiz</vt:lpstr>
      <vt:lpstr>1. Introduction</vt:lpstr>
      <vt:lpstr>2. Objectives</vt:lpstr>
      <vt:lpstr>3. System Design</vt:lpstr>
      <vt:lpstr>4. Implementation</vt:lpstr>
      <vt:lpstr>5. Conclusion, Limitations &amp; 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Hasan Khan</cp:lastModifiedBy>
  <cp:revision>13</cp:revision>
  <dcterms:created xsi:type="dcterms:W3CDTF">2013-01-27T09:14:16Z</dcterms:created>
  <dcterms:modified xsi:type="dcterms:W3CDTF">2025-12-05T05:22:28Z</dcterms:modified>
  <cp:category/>
</cp:coreProperties>
</file>